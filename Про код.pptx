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63" r:id="rId6"/>
    <p:sldId id="259" r:id="rId7"/>
    <p:sldId id="262" r:id="rId8"/>
    <p:sldId id="260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674AD8-E2DA-4516-8708-B2C6CA837E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DC83C47-8E71-4FB3-BE32-F771EE6E9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787DAF-43C0-4132-8ACB-1DE5419C2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43395-56C2-437A-9B7F-FB32512412C3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E70356-7AE6-4424-B3CE-0F570D7CE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ADCCE7-0CFE-4A50-80E6-57B1211E4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1251E-9C83-4011-81B8-D94B80015A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946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FA27CF-6ECB-4111-BF3E-A1EC60E8C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3EB1DD-3F43-4342-840E-87689D74B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62E0D5-44AB-4D22-9EF6-EB74CEA84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43395-56C2-437A-9B7F-FB32512412C3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64EF73-1AFC-44C1-AC02-4269F6911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D8F263-FB22-4987-9351-1705551AF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1251E-9C83-4011-81B8-D94B80015A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4139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6A6720-6A27-4F19-BCDD-E73D53C94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DB7F22-07AE-40AA-9530-7AA54C671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D353F1-86E6-4448-A8B7-F23204EB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43395-56C2-437A-9B7F-FB32512412C3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5C0E5D-0F61-4080-9FED-E47D9630F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FB53CE-E03A-4615-9EB2-28AEDFAE8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1251E-9C83-4011-81B8-D94B80015A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9047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6BC20-C751-47D3-8F34-E550498F3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02E7D4-A41A-42BC-ACB1-70CDE662F0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514422-90D0-4155-B9AF-0A2CA4A7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8365463-1529-403B-B2B3-07E67C14A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43395-56C2-437A-9B7F-FB32512412C3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BE6D953-2A78-4DC8-A58A-3AF013AB1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E40A08-4872-4AE3-A43B-EDC75708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1251E-9C83-4011-81B8-D94B80015A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7911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D7C1E4-B535-4B8D-B3EB-18E328764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3AF414-07B7-411D-B874-120BE836D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0FDD9CF-3306-4796-824D-D587767727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D2BB685-313C-4FA7-9BC2-4B3128CC6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37128B5-07DF-417E-A859-678423E74D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A484B5D-EC53-44B4-9544-80BA454B3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43395-56C2-437A-9B7F-FB32512412C3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C2B80A8-9C36-4B40-82BB-7E04FE44F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B4D87ED-D98F-4252-AA0F-3434AD6E9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1251E-9C83-4011-81B8-D94B80015A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2202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491C91-1630-47EE-B2DD-DB3104477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8C3E423-C80F-4488-9F4E-D202C1B58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43395-56C2-437A-9B7F-FB32512412C3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E9A3843-FFED-47D5-955F-2D4DCE1D6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13FFCA5-4216-42FA-833A-FF59C0192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1251E-9C83-4011-81B8-D94B80015A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6115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1383113-6628-47BF-8626-7BFA42215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43395-56C2-437A-9B7F-FB32512412C3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B25FFDB-11EB-4344-B5CB-2B6245FAC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A2068C-1AA3-459E-A966-D813EF666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1251E-9C83-4011-81B8-D94B80015A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3989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5C6352-4528-4BFE-9DBC-A7CB71E15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5EEEE5-7EB1-4742-A7DE-E82DF4DDB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E44DAFA-B1B6-4CC0-8E3D-2D14CD148E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DFF035-D1FB-4390-B1E8-319364833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43395-56C2-437A-9B7F-FB32512412C3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9F903D-2EF9-4BBD-842D-6AB78F8A5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9B053DE-AE09-4F02-B950-63B461AF2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1251E-9C83-4011-81B8-D94B80015A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5365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844C47-7944-4996-A1D4-0CF4AE2B0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DEB6683-392B-40D2-B31A-B9EEF9565E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D04EE57-F17E-42DE-A52C-ABB913A5B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8C6C9E-DAB6-46EB-85A4-2507F1AF7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43395-56C2-437A-9B7F-FB32512412C3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32D116-CAF6-44D4-9A42-A6FBC4C8C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B441DE-5C59-4EFE-803A-3E2CE1922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1251E-9C83-4011-81B8-D94B80015A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248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D6AAF0-6EA0-4139-A3A1-9DB8E3AF3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7A7DDB1-41F6-4C53-9FAB-6D225F221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486F4D-37AF-4154-8037-72D2F246A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43395-56C2-437A-9B7F-FB32512412C3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92C01E-F55F-4137-A8C2-7E8DBAAE2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8B9F6C-4D99-438B-80E4-7234E4A3F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1251E-9C83-4011-81B8-D94B80015A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571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56DECB0-5E06-4DC2-B7CF-BF56D477EE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9F9EC81-7DC2-4405-AFCF-F3149C300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B55EA4-F073-4615-BF76-CABC68CA8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43395-56C2-437A-9B7F-FB32512412C3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EFD39D-0D76-40FF-95F9-083141B98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575866-1496-4A53-A495-3CA7E69E5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1251E-9C83-4011-81B8-D94B80015A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909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F53C3C-49BD-4BBB-8671-ED39CA4C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97A1F4-F31F-483D-BA51-38BC9581B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B2EEA8-5B43-4641-9085-7E1492C75F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43395-56C2-437A-9B7F-FB32512412C3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F81C5C-D284-4D28-BB50-61FDEFD072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5FCC31-7B7E-4661-A7D9-835E76D6A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1251E-9C83-4011-81B8-D94B80015A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5776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C0E296-C6FB-4B60-A47D-97BF39A1DD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Детекция поведения человека.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515753-481D-48B4-BDEF-F44EC6392E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167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A6F52B0A-E0F6-4A50-9BA9-7BB48B3A4C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24" y="0"/>
            <a:ext cx="10976082" cy="6680200"/>
          </a:xfrm>
        </p:spPr>
      </p:pic>
    </p:spTree>
    <p:extLst>
      <p:ext uri="{BB962C8B-B14F-4D97-AF65-F5344CB8AC3E}">
        <p14:creationId xmlns:p14="http://schemas.microsoft.com/office/powerpoint/2010/main" val="3512171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4ADB4C-967B-46B8-8DB2-AB77BA819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598" y="90021"/>
            <a:ext cx="9878804" cy="667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040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85C155F-AAB0-40F1-99DC-757439471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447" y="0"/>
            <a:ext cx="83915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46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B3F03A-7F4E-476F-9299-D355336EB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60" y="847475"/>
            <a:ext cx="10039459" cy="487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19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9ADFDB4-254D-4AE2-8FB4-A4220CF21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993" y="285311"/>
            <a:ext cx="9774014" cy="62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91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4A3E3A-87BC-4D23-986C-A1604C448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7" y="0"/>
            <a:ext cx="103247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5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FBA426E-9F61-4A51-AAD6-285394D9A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887" y="2047713"/>
            <a:ext cx="9850225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08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08BBA8-AF40-47DC-850C-C887D5E75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519" y="1342734"/>
            <a:ext cx="9754961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3896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</Words>
  <Application>Microsoft Office PowerPoint</Application>
  <PresentationFormat>Широкоэкранный</PresentationFormat>
  <Paragraphs>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Детекция поведения человека.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Каспшицкий Алексей</dc:creator>
  <cp:lastModifiedBy>Каспшицкий Алексей</cp:lastModifiedBy>
  <cp:revision>4</cp:revision>
  <dcterms:created xsi:type="dcterms:W3CDTF">2024-11-22T03:38:15Z</dcterms:created>
  <dcterms:modified xsi:type="dcterms:W3CDTF">2024-11-22T09:39:38Z</dcterms:modified>
</cp:coreProperties>
</file>